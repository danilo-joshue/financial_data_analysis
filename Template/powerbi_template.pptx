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6" r:id="rId4"/>
    <p:sldId id="259" r:id="rId5"/>
    <p:sldId id="260" r:id="rId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1"/>
    <a:srgbClr val="C4C9CB"/>
    <a:srgbClr val="343332"/>
    <a:srgbClr val="9FB1C5"/>
    <a:srgbClr val="B1B2E2"/>
    <a:srgbClr val="0F3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696" autoAdjust="0"/>
    <p:restoredTop sz="94660"/>
  </p:normalViewPr>
  <p:slideViewPr>
    <p:cSldViewPr snapToGrid="0">
      <p:cViewPr>
        <p:scale>
          <a:sx n="50" d="100"/>
          <a:sy n="50" d="100"/>
        </p:scale>
        <p:origin x="1372" y="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B5A40C-AAFD-2095-3B21-292041949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A6D7DE-2B2F-1AD6-B1B0-241A3854C7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CA57A6-2493-C94D-C06A-C3C2CDBA8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4F1EB36-E23E-468D-1E69-4E63D541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0B29FE-4E9E-9228-23B4-FD81EB3EA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487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D9D48D-0A20-A014-985A-2467C6F69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472EC60-4F24-1254-11D1-BB585E63C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196C9-CE31-992F-84DC-D874656DE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9DE36F9-9050-0529-2FA8-B51058F36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686D9F-A0E9-4588-58DE-65B68811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3148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0BA34B-ACB9-D5C1-FAA7-2C178D89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2BC376F-64A4-F026-6CF2-56FBE6462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048EC4-F425-40EF-9BD1-C2DF38773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38379-EFF1-C7F6-DDF9-05C9E185B4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05DAD3-1FF5-2DBE-723D-3AE088239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038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278996-CF71-EA05-C5F7-FEE33B8D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C3E15D-18F0-4DAD-E2A4-4BC227F54A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CFCA55E-7911-8B56-21F5-93054D4AC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93AA99-8826-B508-D76F-02D8B10CD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5EC2237-5C10-F7B9-492D-0A6DAB173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E8DB53-9872-07F8-5843-740D7571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420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0B303-5F64-3CE5-78C5-C2BABF4EA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95D8E3-9C74-58B9-CF33-F56207C15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2D8E54C-A142-3CD6-ED35-173A6FF7E0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EF20D1-A643-3E93-8D37-34D0DADB4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5049F5C-F717-B492-F10D-3334C518FE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29A022-8E6C-1613-8E48-04351B09A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DB32DA3-4FCC-6A67-5F94-2C557613B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B0D20B-85DF-D497-CCE7-DC0B1A1C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6600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257E8-9894-2080-3C54-BFBD2D98E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8CDEBC4-037F-2954-39E5-033B97991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6E0BE8F-ED30-4A54-F905-D792FA92E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8D7F553-A014-2A87-187C-B970F33F5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2248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3F9A4CD-BB81-A27F-1616-91E121B7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3827099-23B7-8C52-D258-D161297F8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F3AB2D-1135-171C-BF41-3A5E7B04D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97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198CA3-A114-23D0-8052-48BE6DD9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E727ED-FB6E-EF65-8068-7C5300464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60CA2F1-FB36-EF66-EE1A-BF4F5856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B3A4CD-7612-A49A-41D5-D94D20D0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5857E69-C794-B046-F27D-FA1EF3F11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53242E-A5CC-D5D6-1673-45DC56BFD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9338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506AC6-1209-62EB-F574-3A4214BA2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1DBD4A-AC82-3519-27C7-7F3C5DA7D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20F931-F737-1950-9C3C-22FE5A46D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20ACFB0-7427-E4BC-F3EA-5151D14FE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536372-35AD-DB5D-21A0-FEEC10B8D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88FCE47-1B4B-17E5-2D52-5DA34713F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771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CD620-93B4-1437-1F63-4498237FB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1D23361-F39D-92D5-5BB0-D2B34BB6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8338F8-4C79-8038-C870-215BCFF81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99702F-AA77-ED65-66DB-626235A8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AFB2B0-64C7-50F3-5005-FF2CD2D3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5219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8270EDC-C663-2758-E00D-B0FC67897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0CA3F2A-0772-B63C-8C44-5629596B3E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2EC976-C829-58F1-0907-D762A2D18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38FBAB-7928-A39B-1BC9-5F93C84A23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B98829-4D93-2FAD-0A27-91A25AA8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975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8C6C93-9285-36AD-E82D-BC934EC6B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56B0E72-7DCD-092C-DE7F-D68BDCB6D8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8D0436E-8529-A2F6-EE1B-069AF0CDE9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1AB51C-77DB-4F20-A415-65C2B86551F8}" type="datetimeFigureOut">
              <a:rPr lang="pt-BR" smtClean="0"/>
              <a:t>07/12/2025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C945EF-5BF5-BD23-1003-3F1A29EDB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BA778C-64B6-73CA-6C44-5AC49893F1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83732E-A122-4B7B-B1AF-FC6CC0BE08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743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3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1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451BEA7-3C3D-59AE-5D6D-980D159B7C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63ACE2F9-DB39-3539-DF96-078203D451E8}"/>
              </a:ext>
            </a:extLst>
          </p:cNvPr>
          <p:cNvSpPr/>
          <p:nvPr/>
        </p:nvSpPr>
        <p:spPr>
          <a:xfrm rot="16200000">
            <a:off x="3726180" y="-1607820"/>
            <a:ext cx="6858000" cy="10073640"/>
          </a:xfrm>
          <a:prstGeom prst="round2SameRect">
            <a:avLst>
              <a:gd name="adj1" fmla="val 4371"/>
              <a:gd name="adj2" fmla="val 0"/>
            </a:avLst>
          </a:prstGeom>
          <a:solidFill>
            <a:srgbClr val="C4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2516B4-A5C0-8EC9-8FA5-2C30A0423BAC}"/>
              </a:ext>
            </a:extLst>
          </p:cNvPr>
          <p:cNvSpPr/>
          <p:nvPr/>
        </p:nvSpPr>
        <p:spPr>
          <a:xfrm rot="5400000">
            <a:off x="7011179" y="-4315259"/>
            <a:ext cx="288000" cy="9494518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90A31C32-1F8D-88F9-693A-13002C9331AA}"/>
              </a:ext>
            </a:extLst>
          </p:cNvPr>
          <p:cNvSpPr/>
          <p:nvPr/>
        </p:nvSpPr>
        <p:spPr>
          <a:xfrm>
            <a:off x="2407919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C1F209E6-B998-2986-9911-B03DF8CD9BB7}"/>
              </a:ext>
            </a:extLst>
          </p:cNvPr>
          <p:cNvSpPr/>
          <p:nvPr/>
        </p:nvSpPr>
        <p:spPr>
          <a:xfrm>
            <a:off x="4855844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4A7DDF52-1370-5A43-A7DB-B0D9C77A0445}"/>
              </a:ext>
            </a:extLst>
          </p:cNvPr>
          <p:cNvSpPr/>
          <p:nvPr/>
        </p:nvSpPr>
        <p:spPr>
          <a:xfrm>
            <a:off x="7303768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2A1E9EBA-D19A-CC5F-4E62-C242DB8F8B3A}"/>
              </a:ext>
            </a:extLst>
          </p:cNvPr>
          <p:cNvSpPr/>
          <p:nvPr/>
        </p:nvSpPr>
        <p:spPr>
          <a:xfrm>
            <a:off x="9743123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36AB2CF-EAD5-61E8-1ED6-B40981265880}"/>
              </a:ext>
            </a:extLst>
          </p:cNvPr>
          <p:cNvSpPr/>
          <p:nvPr/>
        </p:nvSpPr>
        <p:spPr>
          <a:xfrm>
            <a:off x="2411730" y="214571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764B8C9-275C-508E-C3B4-92633A7852B7}"/>
              </a:ext>
            </a:extLst>
          </p:cNvPr>
          <p:cNvSpPr/>
          <p:nvPr/>
        </p:nvSpPr>
        <p:spPr>
          <a:xfrm>
            <a:off x="7307580" y="214571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0E8F25-8340-27E5-9DD6-6229B55CE36F}"/>
              </a:ext>
            </a:extLst>
          </p:cNvPr>
          <p:cNvSpPr/>
          <p:nvPr/>
        </p:nvSpPr>
        <p:spPr>
          <a:xfrm>
            <a:off x="2415539" y="4501081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D2EAB024-F135-827B-E287-24CE883285E6}"/>
              </a:ext>
            </a:extLst>
          </p:cNvPr>
          <p:cNvSpPr/>
          <p:nvPr/>
        </p:nvSpPr>
        <p:spPr>
          <a:xfrm>
            <a:off x="7303768" y="4501077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FC4FFF-0D1E-441E-9F6E-E624E7076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" y="-208514"/>
            <a:ext cx="2145028" cy="2145028"/>
          </a:xfrm>
          <a:prstGeom prst="rect">
            <a:avLst/>
          </a:prstGeom>
        </p:spPr>
      </p:pic>
      <p:pic>
        <p:nvPicPr>
          <p:cNvPr id="6" name="Gráfico 5" descr="Gráfico de barras com tendência ascendente com preenchimento sólido">
            <a:extLst>
              <a:ext uri="{FF2B5EF4-FFF2-40B4-BE49-F238E27FC236}">
                <a16:creationId xmlns:a16="http://schemas.microsoft.com/office/drawing/2014/main" id="{D065785C-5A64-4B2D-8708-1D78BE447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0482" y="1096878"/>
            <a:ext cx="527963" cy="527963"/>
          </a:xfrm>
          <a:prstGeom prst="rect">
            <a:avLst/>
          </a:prstGeom>
        </p:spPr>
      </p:pic>
      <p:pic>
        <p:nvPicPr>
          <p:cNvPr id="8" name="Gráfico 7" descr="Dinheiro com preenchimento sólido">
            <a:extLst>
              <a:ext uri="{FF2B5EF4-FFF2-40B4-BE49-F238E27FC236}">
                <a16:creationId xmlns:a16="http://schemas.microsoft.com/office/drawing/2014/main" id="{8DF0EDF3-61A7-41E4-9DFC-B295CA8D7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8142" y="1096878"/>
            <a:ext cx="527963" cy="527963"/>
          </a:xfrm>
          <a:prstGeom prst="rect">
            <a:avLst/>
          </a:prstGeom>
        </p:spPr>
      </p:pic>
      <p:pic>
        <p:nvPicPr>
          <p:cNvPr id="10" name="Gráfico 9" descr="Gráfico de barras com preenchimento sólido">
            <a:extLst>
              <a:ext uri="{FF2B5EF4-FFF2-40B4-BE49-F238E27FC236}">
                <a16:creationId xmlns:a16="http://schemas.microsoft.com/office/drawing/2014/main" id="{5B10A259-79AB-4216-B2C6-4756B2F876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51593" y="1076869"/>
            <a:ext cx="567980" cy="567980"/>
          </a:xfrm>
          <a:prstGeom prst="rect">
            <a:avLst/>
          </a:prstGeom>
        </p:spPr>
      </p:pic>
      <p:pic>
        <p:nvPicPr>
          <p:cNvPr id="12" name="Gráfico 11" descr="Moedas com preenchimento sólido">
            <a:extLst>
              <a:ext uri="{FF2B5EF4-FFF2-40B4-BE49-F238E27FC236}">
                <a16:creationId xmlns:a16="http://schemas.microsoft.com/office/drawing/2014/main" id="{D3D60B13-33AB-4826-9EE4-4B22D16E95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9659" y="1138097"/>
            <a:ext cx="527963" cy="52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385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451BEA7-3C3D-59AE-5D6D-980D159B7C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63ACE2F9-DB39-3539-DF96-078203D451E8}"/>
              </a:ext>
            </a:extLst>
          </p:cNvPr>
          <p:cNvSpPr/>
          <p:nvPr/>
        </p:nvSpPr>
        <p:spPr>
          <a:xfrm rot="16200000">
            <a:off x="3726180" y="-1607820"/>
            <a:ext cx="6858000" cy="10073640"/>
          </a:xfrm>
          <a:prstGeom prst="round2SameRect">
            <a:avLst>
              <a:gd name="adj1" fmla="val 4371"/>
              <a:gd name="adj2" fmla="val 0"/>
            </a:avLst>
          </a:prstGeom>
          <a:solidFill>
            <a:srgbClr val="C4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2516B4-A5C0-8EC9-8FA5-2C30A0423BAC}"/>
              </a:ext>
            </a:extLst>
          </p:cNvPr>
          <p:cNvSpPr/>
          <p:nvPr/>
        </p:nvSpPr>
        <p:spPr>
          <a:xfrm rot="5400000">
            <a:off x="7011179" y="-4315259"/>
            <a:ext cx="288000" cy="9494518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36AB2CF-EAD5-61E8-1ED6-B40981265880}"/>
              </a:ext>
            </a:extLst>
          </p:cNvPr>
          <p:cNvSpPr/>
          <p:nvPr/>
        </p:nvSpPr>
        <p:spPr>
          <a:xfrm>
            <a:off x="2411730" y="150485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764B8C9-275C-508E-C3B4-92633A7852B7}"/>
              </a:ext>
            </a:extLst>
          </p:cNvPr>
          <p:cNvSpPr/>
          <p:nvPr/>
        </p:nvSpPr>
        <p:spPr>
          <a:xfrm>
            <a:off x="7307580" y="150485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0E8F25-8340-27E5-9DD6-6229B55CE36F}"/>
              </a:ext>
            </a:extLst>
          </p:cNvPr>
          <p:cNvSpPr/>
          <p:nvPr/>
        </p:nvSpPr>
        <p:spPr>
          <a:xfrm>
            <a:off x="2415539" y="3860221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D2EAB024-F135-827B-E287-24CE883285E6}"/>
              </a:ext>
            </a:extLst>
          </p:cNvPr>
          <p:cNvSpPr/>
          <p:nvPr/>
        </p:nvSpPr>
        <p:spPr>
          <a:xfrm>
            <a:off x="7303768" y="3860217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FC4FFF-0D1E-441E-9F6E-E624E7076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" y="-208514"/>
            <a:ext cx="2145028" cy="214502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8A02A0F-08CF-4671-9D55-7792F9A27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3" y="-208514"/>
            <a:ext cx="12155247" cy="702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0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451BEA7-3C3D-59AE-5D6D-980D159B7C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63ACE2F9-DB39-3539-DF96-078203D451E8}"/>
              </a:ext>
            </a:extLst>
          </p:cNvPr>
          <p:cNvSpPr/>
          <p:nvPr/>
        </p:nvSpPr>
        <p:spPr>
          <a:xfrm rot="16200000">
            <a:off x="3726180" y="-1607820"/>
            <a:ext cx="6858000" cy="10073640"/>
          </a:xfrm>
          <a:prstGeom prst="round2SameRect">
            <a:avLst>
              <a:gd name="adj1" fmla="val 4371"/>
              <a:gd name="adj2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 26">
            <a:extLst>
              <a:ext uri="{FF2B5EF4-FFF2-40B4-BE49-F238E27FC236}">
                <a16:creationId xmlns:a16="http://schemas.microsoft.com/office/drawing/2014/main" id="{EA4F85C8-A085-4D05-2CCE-B9AF274F9843}"/>
              </a:ext>
            </a:extLst>
          </p:cNvPr>
          <p:cNvSpPr/>
          <p:nvPr/>
        </p:nvSpPr>
        <p:spPr>
          <a:xfrm>
            <a:off x="2118358" y="-2"/>
            <a:ext cx="28956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EBDADBA0-7405-B5E5-4BBE-4376A639C6C2}"/>
              </a:ext>
            </a:extLst>
          </p:cNvPr>
          <p:cNvSpPr/>
          <p:nvPr/>
        </p:nvSpPr>
        <p:spPr>
          <a:xfrm>
            <a:off x="11902439" y="-1"/>
            <a:ext cx="28956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 28">
            <a:extLst>
              <a:ext uri="{FF2B5EF4-FFF2-40B4-BE49-F238E27FC236}">
                <a16:creationId xmlns:a16="http://schemas.microsoft.com/office/drawing/2014/main" id="{FB72D820-ADBB-29EC-D9A9-4E509BC6528E}"/>
              </a:ext>
            </a:extLst>
          </p:cNvPr>
          <p:cNvSpPr/>
          <p:nvPr/>
        </p:nvSpPr>
        <p:spPr>
          <a:xfrm rot="5400000">
            <a:off x="7011179" y="-4603259"/>
            <a:ext cx="288000" cy="9494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 30">
            <a:extLst>
              <a:ext uri="{FF2B5EF4-FFF2-40B4-BE49-F238E27FC236}">
                <a16:creationId xmlns:a16="http://schemas.microsoft.com/office/drawing/2014/main" id="{97862C97-400B-E8D4-ABB2-7C02FCE79CB0}"/>
              </a:ext>
            </a:extLst>
          </p:cNvPr>
          <p:cNvSpPr/>
          <p:nvPr/>
        </p:nvSpPr>
        <p:spPr>
          <a:xfrm rot="5400000">
            <a:off x="7011179" y="1966742"/>
            <a:ext cx="288000" cy="9494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2516B4-A5C0-8EC9-8FA5-2C30A0423BAC}"/>
              </a:ext>
            </a:extLst>
          </p:cNvPr>
          <p:cNvSpPr/>
          <p:nvPr/>
        </p:nvSpPr>
        <p:spPr>
          <a:xfrm rot="5400000">
            <a:off x="7011179" y="-4315259"/>
            <a:ext cx="288000" cy="9494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 32">
            <a:extLst>
              <a:ext uri="{FF2B5EF4-FFF2-40B4-BE49-F238E27FC236}">
                <a16:creationId xmlns:a16="http://schemas.microsoft.com/office/drawing/2014/main" id="{26BAE3D6-4C3A-581E-64DF-6F4C5954405D}"/>
              </a:ext>
            </a:extLst>
          </p:cNvPr>
          <p:cNvSpPr/>
          <p:nvPr/>
        </p:nvSpPr>
        <p:spPr>
          <a:xfrm rot="5400000">
            <a:off x="7011179" y="-4027259"/>
            <a:ext cx="288000" cy="9494518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B64CFD4E-2C63-B91F-EB41-6AA8977685A1}"/>
              </a:ext>
            </a:extLst>
          </p:cNvPr>
          <p:cNvSpPr/>
          <p:nvPr/>
        </p:nvSpPr>
        <p:spPr>
          <a:xfrm>
            <a:off x="4564378" y="0"/>
            <a:ext cx="28956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5F164C7E-F7C5-2D37-6D43-07F44DCCED47}"/>
              </a:ext>
            </a:extLst>
          </p:cNvPr>
          <p:cNvSpPr/>
          <p:nvPr/>
        </p:nvSpPr>
        <p:spPr>
          <a:xfrm>
            <a:off x="9456418" y="-3"/>
            <a:ext cx="28956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70414441-ADF6-59EA-A1E8-121A99FDB72A}"/>
              </a:ext>
            </a:extLst>
          </p:cNvPr>
          <p:cNvSpPr/>
          <p:nvPr/>
        </p:nvSpPr>
        <p:spPr>
          <a:xfrm rot="5400000">
            <a:off x="7007367" y="-3755619"/>
            <a:ext cx="288000" cy="9494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CFA77260-3F84-0164-A4DA-5D20E66B430C}"/>
              </a:ext>
            </a:extLst>
          </p:cNvPr>
          <p:cNvSpPr/>
          <p:nvPr/>
        </p:nvSpPr>
        <p:spPr>
          <a:xfrm>
            <a:off x="7010398" y="0"/>
            <a:ext cx="28956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36AB2CF-EAD5-61E8-1ED6-B40981265880}"/>
              </a:ext>
            </a:extLst>
          </p:cNvPr>
          <p:cNvSpPr/>
          <p:nvPr/>
        </p:nvSpPr>
        <p:spPr>
          <a:xfrm>
            <a:off x="2377429" y="1129496"/>
            <a:ext cx="4632967" cy="2541863"/>
          </a:xfrm>
          <a:prstGeom prst="roundRect">
            <a:avLst>
              <a:gd name="adj" fmla="val 1564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764B8C9-275C-508E-C3B4-92633A7852B7}"/>
              </a:ext>
            </a:extLst>
          </p:cNvPr>
          <p:cNvSpPr/>
          <p:nvPr/>
        </p:nvSpPr>
        <p:spPr>
          <a:xfrm>
            <a:off x="7296144" y="1129496"/>
            <a:ext cx="4621539" cy="2541863"/>
          </a:xfrm>
          <a:prstGeom prst="roundRect">
            <a:avLst>
              <a:gd name="adj" fmla="val 1564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0E8F25-8340-27E5-9DD6-6229B55CE36F}"/>
              </a:ext>
            </a:extLst>
          </p:cNvPr>
          <p:cNvSpPr/>
          <p:nvPr/>
        </p:nvSpPr>
        <p:spPr>
          <a:xfrm>
            <a:off x="2392675" y="3953215"/>
            <a:ext cx="4617722" cy="2616785"/>
          </a:xfrm>
          <a:prstGeom prst="roundRect">
            <a:avLst>
              <a:gd name="adj" fmla="val 1564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D2EAB024-F135-827B-E287-24CE883285E6}"/>
              </a:ext>
            </a:extLst>
          </p:cNvPr>
          <p:cNvSpPr/>
          <p:nvPr/>
        </p:nvSpPr>
        <p:spPr>
          <a:xfrm>
            <a:off x="7292333" y="3953215"/>
            <a:ext cx="4606293" cy="2616784"/>
          </a:xfrm>
          <a:prstGeom prst="roundRect">
            <a:avLst>
              <a:gd name="adj" fmla="val 15646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Retângulo 36">
            <a:extLst>
              <a:ext uri="{FF2B5EF4-FFF2-40B4-BE49-F238E27FC236}">
                <a16:creationId xmlns:a16="http://schemas.microsoft.com/office/drawing/2014/main" id="{FF2D72FB-DF2C-414E-A933-C77E8DCB8C1A}"/>
              </a:ext>
            </a:extLst>
          </p:cNvPr>
          <p:cNvSpPr/>
          <p:nvPr/>
        </p:nvSpPr>
        <p:spPr>
          <a:xfrm rot="5400000">
            <a:off x="6995934" y="-931898"/>
            <a:ext cx="288000" cy="94945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091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451BEA7-3C3D-59AE-5D6D-980D159B7C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63ACE2F9-DB39-3539-DF96-078203D451E8}"/>
              </a:ext>
            </a:extLst>
          </p:cNvPr>
          <p:cNvSpPr/>
          <p:nvPr/>
        </p:nvSpPr>
        <p:spPr>
          <a:xfrm rot="16200000">
            <a:off x="3726180" y="-1607820"/>
            <a:ext cx="6858000" cy="10073640"/>
          </a:xfrm>
          <a:prstGeom prst="round2SameRect">
            <a:avLst>
              <a:gd name="adj1" fmla="val 4371"/>
              <a:gd name="adj2" fmla="val 0"/>
            </a:avLst>
          </a:prstGeom>
          <a:solidFill>
            <a:srgbClr val="C4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2516B4-A5C0-8EC9-8FA5-2C30A0423BAC}"/>
              </a:ext>
            </a:extLst>
          </p:cNvPr>
          <p:cNvSpPr/>
          <p:nvPr/>
        </p:nvSpPr>
        <p:spPr>
          <a:xfrm rot="5400000">
            <a:off x="7011179" y="-4315259"/>
            <a:ext cx="288000" cy="9494518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Retângulo: Cantos Arredondados 54">
            <a:extLst>
              <a:ext uri="{FF2B5EF4-FFF2-40B4-BE49-F238E27FC236}">
                <a16:creationId xmlns:a16="http://schemas.microsoft.com/office/drawing/2014/main" id="{90A31C32-1F8D-88F9-693A-13002C9331AA}"/>
              </a:ext>
            </a:extLst>
          </p:cNvPr>
          <p:cNvSpPr/>
          <p:nvPr/>
        </p:nvSpPr>
        <p:spPr>
          <a:xfrm>
            <a:off x="2407919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6" name="Retângulo: Cantos Arredondados 55">
            <a:extLst>
              <a:ext uri="{FF2B5EF4-FFF2-40B4-BE49-F238E27FC236}">
                <a16:creationId xmlns:a16="http://schemas.microsoft.com/office/drawing/2014/main" id="{C1F209E6-B998-2986-9911-B03DF8CD9BB7}"/>
              </a:ext>
            </a:extLst>
          </p:cNvPr>
          <p:cNvSpPr/>
          <p:nvPr/>
        </p:nvSpPr>
        <p:spPr>
          <a:xfrm>
            <a:off x="4855844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7" name="Retângulo: Cantos Arredondados 56">
            <a:extLst>
              <a:ext uri="{FF2B5EF4-FFF2-40B4-BE49-F238E27FC236}">
                <a16:creationId xmlns:a16="http://schemas.microsoft.com/office/drawing/2014/main" id="{4A7DDF52-1370-5A43-A7DB-B0D9C77A0445}"/>
              </a:ext>
            </a:extLst>
          </p:cNvPr>
          <p:cNvSpPr/>
          <p:nvPr/>
        </p:nvSpPr>
        <p:spPr>
          <a:xfrm>
            <a:off x="7303768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Retângulo: Cantos Arredondados 57">
            <a:extLst>
              <a:ext uri="{FF2B5EF4-FFF2-40B4-BE49-F238E27FC236}">
                <a16:creationId xmlns:a16="http://schemas.microsoft.com/office/drawing/2014/main" id="{2A1E9EBA-D19A-CC5F-4E62-C242DB8F8B3A}"/>
              </a:ext>
            </a:extLst>
          </p:cNvPr>
          <p:cNvSpPr/>
          <p:nvPr/>
        </p:nvSpPr>
        <p:spPr>
          <a:xfrm>
            <a:off x="9743123" y="864000"/>
            <a:ext cx="2152649" cy="995278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36AB2CF-EAD5-61E8-1ED6-B40981265880}"/>
              </a:ext>
            </a:extLst>
          </p:cNvPr>
          <p:cNvSpPr/>
          <p:nvPr/>
        </p:nvSpPr>
        <p:spPr>
          <a:xfrm>
            <a:off x="2411730" y="214571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764B8C9-275C-508E-C3B4-92633A7852B7}"/>
              </a:ext>
            </a:extLst>
          </p:cNvPr>
          <p:cNvSpPr/>
          <p:nvPr/>
        </p:nvSpPr>
        <p:spPr>
          <a:xfrm>
            <a:off x="7307580" y="214571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0E8F25-8340-27E5-9DD6-6229B55CE36F}"/>
              </a:ext>
            </a:extLst>
          </p:cNvPr>
          <p:cNvSpPr/>
          <p:nvPr/>
        </p:nvSpPr>
        <p:spPr>
          <a:xfrm>
            <a:off x="2415539" y="4501081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D2EAB024-F135-827B-E287-24CE883285E6}"/>
              </a:ext>
            </a:extLst>
          </p:cNvPr>
          <p:cNvSpPr/>
          <p:nvPr/>
        </p:nvSpPr>
        <p:spPr>
          <a:xfrm>
            <a:off x="7303768" y="4501077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FC4FFF-0D1E-441E-9F6E-E624E7076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" y="-208514"/>
            <a:ext cx="2145028" cy="2145028"/>
          </a:xfrm>
          <a:prstGeom prst="rect">
            <a:avLst/>
          </a:prstGeom>
        </p:spPr>
      </p:pic>
      <p:pic>
        <p:nvPicPr>
          <p:cNvPr id="6" name="Gráfico 5" descr="Gráfico de barras com tendência ascendente com preenchimento sólido">
            <a:extLst>
              <a:ext uri="{FF2B5EF4-FFF2-40B4-BE49-F238E27FC236}">
                <a16:creationId xmlns:a16="http://schemas.microsoft.com/office/drawing/2014/main" id="{D065785C-5A64-4B2D-8708-1D78BE447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0482" y="1096878"/>
            <a:ext cx="527963" cy="527963"/>
          </a:xfrm>
          <a:prstGeom prst="rect">
            <a:avLst/>
          </a:prstGeom>
        </p:spPr>
      </p:pic>
      <p:pic>
        <p:nvPicPr>
          <p:cNvPr id="8" name="Gráfico 7" descr="Dinheiro com preenchimento sólido">
            <a:extLst>
              <a:ext uri="{FF2B5EF4-FFF2-40B4-BE49-F238E27FC236}">
                <a16:creationId xmlns:a16="http://schemas.microsoft.com/office/drawing/2014/main" id="{8DF0EDF3-61A7-41E4-9DFC-B295CA8D7A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8142" y="1096878"/>
            <a:ext cx="527963" cy="527963"/>
          </a:xfrm>
          <a:prstGeom prst="rect">
            <a:avLst/>
          </a:prstGeom>
        </p:spPr>
      </p:pic>
      <p:pic>
        <p:nvPicPr>
          <p:cNvPr id="10" name="Gráfico 9" descr="Gráfico de barras com preenchimento sólido">
            <a:extLst>
              <a:ext uri="{FF2B5EF4-FFF2-40B4-BE49-F238E27FC236}">
                <a16:creationId xmlns:a16="http://schemas.microsoft.com/office/drawing/2014/main" id="{5B10A259-79AB-4216-B2C6-4756B2F876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51593" y="1076869"/>
            <a:ext cx="567980" cy="567980"/>
          </a:xfrm>
          <a:prstGeom prst="rect">
            <a:avLst/>
          </a:prstGeom>
        </p:spPr>
      </p:pic>
      <p:pic>
        <p:nvPicPr>
          <p:cNvPr id="12" name="Gráfico 11" descr="Moedas com preenchimento sólido">
            <a:extLst>
              <a:ext uri="{FF2B5EF4-FFF2-40B4-BE49-F238E27FC236}">
                <a16:creationId xmlns:a16="http://schemas.microsoft.com/office/drawing/2014/main" id="{D3D60B13-33AB-4826-9EE4-4B22D16E95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09659" y="1138097"/>
            <a:ext cx="527963" cy="5279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E6A63C2-6E24-4498-9F0E-88478CBF11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5" y="-208515"/>
            <a:ext cx="12192675" cy="7046990"/>
          </a:xfrm>
          <a:prstGeom prst="rect">
            <a:avLst/>
          </a:prstGeom>
        </p:spPr>
      </p:pic>
      <p:pic>
        <p:nvPicPr>
          <p:cNvPr id="9" name="Gráfico 8" descr="Voltar com preenchimento sólido">
            <a:extLst>
              <a:ext uri="{FF2B5EF4-FFF2-40B4-BE49-F238E27FC236}">
                <a16:creationId xmlns:a16="http://schemas.microsoft.com/office/drawing/2014/main" id="{235B6265-B86B-4DC1-92C3-F81DE30567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524467" y="287999"/>
            <a:ext cx="288001" cy="28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936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tângulo 24">
            <a:extLst>
              <a:ext uri="{FF2B5EF4-FFF2-40B4-BE49-F238E27FC236}">
                <a16:creationId xmlns:a16="http://schemas.microsoft.com/office/drawing/2014/main" id="{2451BEA7-3C3D-59AE-5D6D-980D159B7C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Superiores Arredondados 25">
            <a:extLst>
              <a:ext uri="{FF2B5EF4-FFF2-40B4-BE49-F238E27FC236}">
                <a16:creationId xmlns:a16="http://schemas.microsoft.com/office/drawing/2014/main" id="{63ACE2F9-DB39-3539-DF96-078203D451E8}"/>
              </a:ext>
            </a:extLst>
          </p:cNvPr>
          <p:cNvSpPr/>
          <p:nvPr/>
        </p:nvSpPr>
        <p:spPr>
          <a:xfrm rot="16200000">
            <a:off x="3726180" y="-1607820"/>
            <a:ext cx="6858000" cy="10073640"/>
          </a:xfrm>
          <a:prstGeom prst="round2SameRect">
            <a:avLst>
              <a:gd name="adj1" fmla="val 4371"/>
              <a:gd name="adj2" fmla="val 0"/>
            </a:avLst>
          </a:prstGeom>
          <a:solidFill>
            <a:srgbClr val="C4C9C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 31">
            <a:extLst>
              <a:ext uri="{FF2B5EF4-FFF2-40B4-BE49-F238E27FC236}">
                <a16:creationId xmlns:a16="http://schemas.microsoft.com/office/drawing/2014/main" id="{272516B4-A5C0-8EC9-8FA5-2C30A0423BAC}"/>
              </a:ext>
            </a:extLst>
          </p:cNvPr>
          <p:cNvSpPr/>
          <p:nvPr/>
        </p:nvSpPr>
        <p:spPr>
          <a:xfrm rot="5400000">
            <a:off x="7011179" y="-4315259"/>
            <a:ext cx="288000" cy="9494518"/>
          </a:xfrm>
          <a:prstGeom prst="rect">
            <a:avLst/>
          </a:prstGeom>
          <a:solidFill>
            <a:srgbClr val="F3C91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9" name="Retângulo: Cantos Arredondados 58">
            <a:extLst>
              <a:ext uri="{FF2B5EF4-FFF2-40B4-BE49-F238E27FC236}">
                <a16:creationId xmlns:a16="http://schemas.microsoft.com/office/drawing/2014/main" id="{C36AB2CF-EAD5-61E8-1ED6-B40981265880}"/>
              </a:ext>
            </a:extLst>
          </p:cNvPr>
          <p:cNvSpPr/>
          <p:nvPr/>
        </p:nvSpPr>
        <p:spPr>
          <a:xfrm>
            <a:off x="2411730" y="150485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0" name="Retângulo: Cantos Arredondados 59">
            <a:extLst>
              <a:ext uri="{FF2B5EF4-FFF2-40B4-BE49-F238E27FC236}">
                <a16:creationId xmlns:a16="http://schemas.microsoft.com/office/drawing/2014/main" id="{C764B8C9-275C-508E-C3B4-92633A7852B7}"/>
              </a:ext>
            </a:extLst>
          </p:cNvPr>
          <p:cNvSpPr/>
          <p:nvPr/>
        </p:nvSpPr>
        <p:spPr>
          <a:xfrm>
            <a:off x="7307580" y="1504859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7C0E8F25-8340-27E5-9DD6-6229B55CE36F}"/>
              </a:ext>
            </a:extLst>
          </p:cNvPr>
          <p:cNvSpPr/>
          <p:nvPr/>
        </p:nvSpPr>
        <p:spPr>
          <a:xfrm>
            <a:off x="2415539" y="3860221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4" name="Retângulo: Cantos Arredondados 63">
            <a:extLst>
              <a:ext uri="{FF2B5EF4-FFF2-40B4-BE49-F238E27FC236}">
                <a16:creationId xmlns:a16="http://schemas.microsoft.com/office/drawing/2014/main" id="{D2EAB024-F135-827B-E287-24CE883285E6}"/>
              </a:ext>
            </a:extLst>
          </p:cNvPr>
          <p:cNvSpPr/>
          <p:nvPr/>
        </p:nvSpPr>
        <p:spPr>
          <a:xfrm>
            <a:off x="7303768" y="3860217"/>
            <a:ext cx="4594858" cy="2068919"/>
          </a:xfrm>
          <a:prstGeom prst="roundRect">
            <a:avLst>
              <a:gd name="adj" fmla="val 1564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1FC4FFF-0D1E-441E-9F6E-E624E7076B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37" y="-208514"/>
            <a:ext cx="2145028" cy="214502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8A02A0F-08CF-4671-9D55-7792F9A27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53" y="-208514"/>
            <a:ext cx="12155247" cy="7025358"/>
          </a:xfrm>
          <a:prstGeom prst="rect">
            <a:avLst/>
          </a:prstGeom>
        </p:spPr>
      </p:pic>
      <p:pic>
        <p:nvPicPr>
          <p:cNvPr id="11" name="Gráfico 10" descr="Voltar com preenchimento sólido">
            <a:extLst>
              <a:ext uri="{FF2B5EF4-FFF2-40B4-BE49-F238E27FC236}">
                <a16:creationId xmlns:a16="http://schemas.microsoft.com/office/drawing/2014/main" id="{12D8870F-FA08-40CE-8701-C58E7867D2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524467" y="287999"/>
            <a:ext cx="288001" cy="288001"/>
          </a:xfrm>
          <a:prstGeom prst="rect">
            <a:avLst/>
          </a:prstGeom>
        </p:spPr>
      </p:pic>
      <p:pic>
        <p:nvPicPr>
          <p:cNvPr id="5" name="Gráfico 4" descr="Início com preenchimento sólido">
            <a:extLst>
              <a:ext uri="{FF2B5EF4-FFF2-40B4-BE49-F238E27FC236}">
                <a16:creationId xmlns:a16="http://schemas.microsoft.com/office/drawing/2014/main" id="{DFDCA4EC-04C2-47A3-A79F-6803B90314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51999" y="287999"/>
            <a:ext cx="288001" cy="28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772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Danilo Joshue</dc:creator>
  <cp:lastModifiedBy>Danilo Joshue</cp:lastModifiedBy>
  <cp:revision>8</cp:revision>
  <dcterms:created xsi:type="dcterms:W3CDTF">2025-12-04T21:17:01Z</dcterms:created>
  <dcterms:modified xsi:type="dcterms:W3CDTF">2025-12-07T03:32:15Z</dcterms:modified>
</cp:coreProperties>
</file>